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CONFAI 2026 · PLAKSHA UNIVERSITY · TRACK 06 RESPONSIBLE &amp; ETHICAL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Refuse to Hallucinate: a Deterministic Validity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for Indian Official Survey Statistics (MoSPI · PLFS · HCES · TUS · 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1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2302B"/>
                </a:solidFill>
                <a:latin typeface="Calibri"/>
              </a:defRPr>
            </a:pPr>
            <a:r>
              <a:t>MoSPI's tools help you find the number. This firewall checks whether you are allowed to say what you want to say with it — and stops you, with a cited rule, when you are not.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Ajay Choudhary · MSAI @ Plaksha University · offline demo localhost:8001/demo · $0.00 marginal cost · no GPU · MCP server + policy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100 / 100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golden verdicts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59 / 59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figures exact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0 / 19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cache collisions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39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SHA-256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verdict frozen pre-retrieval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Live question for the room: “What was female LFPR in Bihar in PLFS 2025?” — it refuses to guess and shows exactly why (slide 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PROBLEM · STATSDOC FAILURE MODES FROM LIVE PROBING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Retrieval is solved. Governance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Archived transcripts, chats 2472-2480 (evaluation/statsdoc_audit/sessions/2026-10-20/) — one session, one prompt set; an observation, not a benchmark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2 of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43400"/>
                <a:gridCol w="4343400"/>
              </a:tblGrid>
              <a:tr h="716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StatsDoc pilot (observed)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Vidhi Guardian (measured)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MPCE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expands “Mean …” (wrong)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enforces statutory “Monthly …”, cites ₹4,122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2011-12 vs 2023-24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quotes ~40% growth, no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halts with R_COMPARABILITY_HCES_METHOD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Multi-period math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40% then 4%, chained unsoundly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refuses unsound synthesis; no number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Poisoned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retrieved text overrides guardrails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verdict frozen pre-retrieval; hash 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Cost /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~$0.02–0.05 · 3.5–8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$0.00 marginal · p50 &lt; 200 ms warm, CPU-only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SOLUTION · MODELS TRANSLATE, VERSIONED RULES 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Five stages. Fixed order. First rule to fire wins.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Question → exact cache → claim extraction → field-guard cache → firewall → SHA-256 freeze → untrusted retrieval → templated prose → citation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3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1 · Safety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injections</a:t>
            </a:r>
            <a:br/>
            <a:r>
              <a:t>(EN, Hindi, Hinglish)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9504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2 · Scope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forecasts,</a:t>
            </a:r>
            <a:br/>
            <a:r>
              <a:t>politics, causality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8928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8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3 · Comparability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HCES-CAPI /</a:t>
            </a:r>
            <a:br/>
            <a:r>
              <a:t>PLFS-revamp breaks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4 · Metadata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unknown</a:t>
            </a:r>
            <a:br/>
            <a:r>
              <a:t>geo / sex / 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37776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37776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6B34"/>
                </a:solidFill>
                <a:latin typeface="Calibri"/>
              </a:defRPr>
            </a:pPr>
            <a:r>
              <a:t>5 · Numeric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PASS only on a</a:t>
            </a:r>
            <a:br/>
            <a:r>
              <a:t>verified truth 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03320"/>
            <a:ext cx="108813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9476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A"/>
                </a:solidFill>
                <a:latin typeface="Calibri"/>
              </a:defRPr>
            </a:pPr>
            <a:r>
              <a:t>Two guarantees that make demos boring (in a good way).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Safety-B: hash = SHA-256(claim + decision + reason + rule-version), computed before any document text is read. A planted “ignore the caveat” chunk changes nothing.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Field-guard: no cosine threshold is safe on either embedder, so the cache reuses an answer only on exact critical-field match. Zero collisions across 19 danger pairs.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SCREENSHOTS FROM LOCALHOST:8001/DEMO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Verified answers: a PASS and a 4-slice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Captured live from vidhi/demo.html while building this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4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PASS_WITH_NUMBER — LFPR 59.3%</a:t>
            </a:r>
          </a:p>
        </p:txBody>
      </p:sp>
      <p:pic>
        <p:nvPicPr>
          <p:cNvPr id="8" name="Picture 7" descr="shot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81" y="2148840"/>
            <a:ext cx="5304237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What was all-India LFPR for age 15+ in usual status in PLFS 2025?  ·  hash ea18f4af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 — 4 verified slices, Export CSV</a:t>
            </a:r>
          </a:p>
        </p:txBody>
      </p:sp>
      <p:pic>
        <p:nvPicPr>
          <p:cNvPr id="11" name="Picture 10" descr="shot_bih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340" y="2148840"/>
            <a:ext cx="3002398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mpce for bihar: rural/urban × with/without imputation, each with its row_id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22302B"/>
                </a:solidFill>
                <a:latin typeface="Calibri"/>
              </a:defRPr>
            </a:pPr>
            <a:r>
              <a:t>Generalised, not hard-coded: any state, any spelling — “mp”, “up”, “m.p.”, “orissa”, “maharastra”; several states at once; an open slice returns every published cell, never one narrowed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THE QUESTION THIS WORK WILL NOT HALLUCINATE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Honesty for uncovered slices, refusal for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SOURCED tier (online): exact live figure, verdict stays WARN — never silently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5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8A5A00"/>
                </a:solidFill>
                <a:latin typeface="Calibri"/>
              </a:defRPr>
            </a:pPr>
            <a:r>
              <a:t>WARN_NO_DATA — female LFPR in Bihar (state splits, coverage note)</a:t>
            </a:r>
          </a:p>
        </p:txBody>
      </p:sp>
      <p:pic>
        <p:nvPicPr>
          <p:cNvPr id="8" name="Picture 7" descr="shot_w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354" y="2148840"/>
            <a:ext cx="4434690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Offline twin: coverage note + NOT-the-figure guard, tier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93226"/>
                </a:solidFill>
                <a:latin typeface="Calibri"/>
              </a:defRPr>
            </a:pPr>
            <a:r>
              <a:t>REFUSE_SCOPE / R_FORECAST</a:t>
            </a:r>
          </a:p>
        </p:txBody>
      </p:sp>
      <p:pic>
        <p:nvPicPr>
          <p:cNvPr id="11" name="Picture 10" descr="shot_ref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036" y="2148840"/>
            <a:ext cx="4771006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Will unemployment fall in 2027?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MEASURED, OFFLINE, REPRODUCIBLE · PYTHON VIDHI/EVAL.PY + PYTEST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Every number below is a test output, not a slide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1708 verified rows · 100 golden · 19 danger · 28 red-team · offline unit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6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Correctness gates (all must pass)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Golden verdicts 100/100 [0.963–1.000]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Reason codes 100/100 · figures 60/60 [0.940–1.000]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Citations valid 1.000 · danger collisions 0/19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Abstention recall 1.000 · hallucination rate 0.000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Safety-A P/R/F1 1.000 · n=28 (en/hi/hi-en, 0 FP/FN)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Safety-B: frozen hash unchanged under injection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Unit tests: 110 passed, offline, no key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Refusals: tp=8 fp=0 fn=0, raw counts (n=8)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Economics and limits, stated plainly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$0.00 marginal model cost (0 model calls) plus hosting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p50 &lt; 200 ms warm · one-time cold model load at startup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Limit is coverage: PLFS state splits warn, never guess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Heuristic reads break on exotic phrasing; LLM port exists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Scale path: curate PDF tables → truth JSON, no code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ROADMAP · WHAT CONFAI FEEDBACK WOULD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From 1708 verified rows to national coverage without touching the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Try it: uvicorn vidhi.service:app --port 8001 → /demo · MCP: python -m vidhi.mcp_server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7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Next three moves, ranked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1. Operating model: eSankhyiki adapter at release time → machine ingestion → audit gate → frozen JSON. Human work per release: one comparability entry plus diff review.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2. One parser per table family: PLFS Highlights battery (both annual reports), TUS tables/battery and HCES Statement 10 done; MIS tables next.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3. Verify-then-publish endpoint for journalists and fact-checkers.</a:t>
            </a:r>
          </a:p>
          <a:p>
            <a:pPr>
              <a:spcAft>
                <a:spcPts val="300"/>
              </a:spcAft>
              <a:defRPr sz="1000" b="1">
                <a:solidFill>
                  <a:srgbClr val="22302B"/>
                </a:solidFill>
                <a:latin typeface="Calibri"/>
              </a:defRPr>
            </a:pPr>
            <a:r>
              <a:t>Already built: MCP server (4 tools) + policy-briefing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Reproduce everything in 5 minutes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pytest tests/ -q  →  110 passed, offline, no key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vidhi/eval.py  →  100/100 · 0/19 · Safety-B ok</a:t>
            </a:r>
          </a:p>
          <a:p>
            <a:pPr>
              <a:spcAft>
                <a:spcPts val="300"/>
              </a:spcAft>
              <a:defRPr sz="1050" b="1">
                <a:solidFill>
                  <a:srgbClr val="22302B"/>
                </a:solidFill>
                <a:latin typeface="Calibri"/>
              </a:defRPr>
            </a:pPr>
            <a:r>
              <a:t>Ask the hard question; expect WARN_NO_DATA + coverage note.</a:t>
            </a:r>
          </a:p>
          <a:p>
            <a:pPr>
              <a:spcAft>
                <a:spcPts val="300"/>
              </a:spcAft>
              <a:defRPr sz="1050" b="1">
                <a:solidFill>
                  <a:srgbClr val="B4530A"/>
                </a:solidFill>
                <a:latin typeface="Calibri"/>
              </a:defRPr>
            </a:pPr>
            <a:r>
              <a:t>Thank you — questions and red-team attempts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