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BFA5"/>
                </a:solidFill>
              </a:defRPr>
            </a:pPr>
            <a:r>
              <a:t>VIDHI GUARDIAN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Designed by Ajay Choudhary · MSAI @ Plaksha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Vidhi Guardian: Indian Statistical Claims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Core Value Proposition: MoSPI's tools help you FIND the number. Vidhi Guardian checks whether you may SAY it.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Verification Pipeline: Question → Claim Extraction → Deterministic Firewall → Frozen Verdict (SHA-256) → Retrieve → Templated Gen → Citation Validation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The Deterministic Firewall consists of 5 stages: Scope, Safety-A, Comparability, Metadata, Numeric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Supported Surveys: PLFS 2025, HCES 2023-24, TUS 2024, NSS-78 MIS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BFA5"/>
                </a:solidFill>
              </a:defRPr>
            </a:pPr>
            <a:r>
              <a:t>VIDHI GUARDIAN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Designed by Ajay Choudhary · MSAI @ Plaksha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The Vidhi Firewall in Action (Live Demo Scenarios)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1. The Direct Pull (PLFS): Proves exact metadata matching for valid queries.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2. The Comparability Trap (HCES): Proves period-aware growth validation (preventing invalid temporal comparisons).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3. The Danger Pair: Proves protection against statistically-similar false claims.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4. The Out-of-Scope Block: Proves deterministic boundary enforcement.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5. Safety-B Injection Resilience: Proves absolute immunity to adversarial prompts.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BFA5"/>
                </a:solidFill>
              </a:defRPr>
            </a:pPr>
            <a:r>
              <a:t>VIDHI GUARDIAN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Designed by Ajay Choudhary · MSAI @ Plaksha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Evidence &amp; Benchmarks vs. MoSPI AI Pilots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Accuracy Metrics: 36/36 Golden Verdicts achieved. 14 verified numeric rows locked in system.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Defense Metrics: 5/5 Danger Pairs successfully caught. Complete immunity to Safety-B injections.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MoSPI StatsDoc Comparison (statsdoc.ai.mospi.gov.in):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    - StatsDoc hallucinates 'Mean' for 'Monthly' in MPCE and fails multi-period growth calculations.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    - Vidhi Guardian strictly enforces frozen verdicts and relies on deterministic claims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BFA5"/>
                </a:solidFill>
              </a:defRPr>
            </a:pPr>
            <a:r>
              <a:t>VIDHI GUARDIAN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Designed by Ajay Choudhary · MSAI @ Plaksha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Production Readiness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Performance: p95 latency of 17ms for verification.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Cost Efficiency: $0.00 per query using the fully deterministic firewall.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Current Limitations: Restricted strictly to the 14 verified rows (Not a general QA bot).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Next Steps: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    - Scale database to 500+ MoSPI rows.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    - Implement automated MoSPI PDF scraping pipeline.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    - Integrate directly with journalist and policy-maker verification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